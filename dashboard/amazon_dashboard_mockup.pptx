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7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90208">
              <a:schemeClr val="accent3">
                <a:lumMod val="60000"/>
                <a:lumOff val="40000"/>
              </a:schemeClr>
            </a:gs>
            <a:gs pos="74000">
              <a:schemeClr val="accent3">
                <a:lumMod val="60000"/>
                <a:lumOff val="40000"/>
              </a:schemeClr>
            </a:gs>
            <a:gs pos="83000">
              <a:schemeClr val="accent3">
                <a:lumMod val="60000"/>
                <a:lumOff val="40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38021"/>
            <a:ext cx="7772400" cy="1470025"/>
          </a:xfrm>
        </p:spPr>
        <p:txBody>
          <a:bodyPr/>
          <a:lstStyle/>
          <a:p>
            <a:r>
              <a:rPr dirty="0"/>
              <a:t>Amazon Product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6185" y="3027737"/>
            <a:ext cx="6400800" cy="1752600"/>
          </a:xfrm>
          <a:noFill/>
        </p:spPr>
        <p:txBody>
          <a:bodyPr/>
          <a:lstStyle/>
          <a:p>
            <a:r>
              <a:rPr dirty="0" err="1"/>
              <a:t>ApexPlanet</a:t>
            </a:r>
            <a:r>
              <a:rPr dirty="0"/>
              <a:t> Internship Task 2</a:t>
            </a:r>
          </a:p>
          <a:p>
            <a:r>
              <a:rPr dirty="0"/>
              <a:t>EDA, SQL Analysis &amp; Dashboard Mockup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F68C77-5B8A-1BDA-A442-527D42AE100B}"/>
              </a:ext>
            </a:extLst>
          </p:cNvPr>
          <p:cNvSpPr txBox="1"/>
          <p:nvPr/>
        </p:nvSpPr>
        <p:spPr>
          <a:xfrm>
            <a:off x="876694" y="332181"/>
            <a:ext cx="705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   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608" y="274638"/>
            <a:ext cx="8121192" cy="545494"/>
          </a:xfr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sz="2400" b="1" dirty="0">
                <a:solidFill>
                  <a:schemeClr val="tx2"/>
                </a:solidFill>
              </a:rPr>
              <a:t>Amazon Product Analytics Dashboard</a:t>
            </a:r>
            <a:endParaRPr sz="2400" b="1"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Total Products</a:t>
            </a:r>
          </a:p>
          <a:p>
            <a:r>
              <a:rPr dirty="0"/>
              <a:t>1465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Average Rating</a:t>
            </a:r>
          </a:p>
          <a:p>
            <a:r>
              <a:t>4.09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9144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Highest Discount</a:t>
            </a:r>
          </a:p>
          <a:p>
            <a:r>
              <a:t>94%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9144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Average Price</a:t>
            </a:r>
          </a:p>
          <a:p>
            <a:r>
              <a:t>₹5444</a:t>
            </a:r>
          </a:p>
        </p:txBody>
      </p:sp>
      <p:pic>
        <p:nvPicPr>
          <p:cNvPr id="7" name="Picture 6" descr="char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1828800"/>
          </a:xfrm>
          <a:prstGeom prst="rect">
            <a:avLst/>
          </a:prstGeom>
        </p:spPr>
      </p:pic>
      <p:pic>
        <p:nvPicPr>
          <p:cNvPr id="8" name="Picture 7" descr="char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1828800"/>
          </a:xfrm>
          <a:prstGeom prst="rect">
            <a:avLst/>
          </a:prstGeom>
        </p:spPr>
      </p:pic>
      <p:pic>
        <p:nvPicPr>
          <p:cNvPr id="9" name="Picture 8" descr="chart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14800"/>
            <a:ext cx="3657600" cy="1828800"/>
          </a:xfrm>
          <a:prstGeom prst="rect">
            <a:avLst/>
          </a:prstGeom>
        </p:spPr>
      </p:pic>
      <p:pic>
        <p:nvPicPr>
          <p:cNvPr id="10" name="Picture 9" descr="chart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11480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Most products belong to Electronics and Computer Accessories categories.</a:t>
            </a:r>
          </a:p>
          <a:p>
            <a:r>
              <a:t>• Many products provide discounts above 90%.</a:t>
            </a:r>
          </a:p>
          <a:p>
            <a:r>
              <a:t>• Highly rated products usually receive more customer reviews.</a:t>
            </a:r>
          </a:p>
          <a:p>
            <a:r>
              <a:t>• Some highly discounted products still have low ratings.</a:t>
            </a:r>
          </a:p>
          <a:p>
            <a:r>
              <a:t>• Most product ratings fall between 4.0 and 4.5.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85</Words>
  <Application>Microsoft Office PowerPoint</Application>
  <PresentationFormat>On-screen Show (4:3)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Amazon Product Analytics Dashboard</vt:lpstr>
      <vt:lpstr>Amazon Product Analytics Dashboard</vt:lpstr>
      <vt:lpstr>Key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sirisha golla</dc:creator>
  <cp:keywords/>
  <dc:description>generated using python-pptx</dc:description>
  <cp:lastModifiedBy>sirisha golla</cp:lastModifiedBy>
  <cp:revision>2</cp:revision>
  <dcterms:created xsi:type="dcterms:W3CDTF">2013-01-27T09:14:16Z</dcterms:created>
  <dcterms:modified xsi:type="dcterms:W3CDTF">2026-05-29T07:53:31Z</dcterms:modified>
  <cp:category/>
</cp:coreProperties>
</file>